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FD3606-0822-40B5-8CB2-B054D741CC6A}" v="10" dt="2022-02-08T19:54:16.264"/>
    <p1510:client id="{4598748E-D2C3-4E79-93F6-42D4A5E28473}" v="1" dt="2022-02-08T19:46:47.5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68" d="100"/>
          <a:sy n="68" d="100"/>
        </p:scale>
        <p:origin x="5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m, Jae H MAJ" userId="accc2f24-e717-4f65-a7da-a2627220c4b8" providerId="ADAL" clId="{31FD3606-0822-40B5-8CB2-B054D741CC6A}"/>
    <pc:docChg chg="undo custSel modSld">
      <pc:chgData name="Kim, Jae H MAJ" userId="accc2f24-e717-4f65-a7da-a2627220c4b8" providerId="ADAL" clId="{31FD3606-0822-40B5-8CB2-B054D741CC6A}" dt="2022-02-08T19:54:16.263" v="62" actId="1076"/>
      <pc:docMkLst>
        <pc:docMk/>
      </pc:docMkLst>
      <pc:sldChg chg="addSp delSp modSp mod setClrOvrMap">
        <pc:chgData name="Kim, Jae H MAJ" userId="accc2f24-e717-4f65-a7da-a2627220c4b8" providerId="ADAL" clId="{31FD3606-0822-40B5-8CB2-B054D741CC6A}" dt="2022-02-08T19:54:16.263" v="62" actId="1076"/>
        <pc:sldMkLst>
          <pc:docMk/>
          <pc:sldMk cId="3859366770" sldId="257"/>
        </pc:sldMkLst>
        <pc:spChg chg="mod">
          <ac:chgData name="Kim, Jae H MAJ" userId="accc2f24-e717-4f65-a7da-a2627220c4b8" providerId="ADAL" clId="{31FD3606-0822-40B5-8CB2-B054D741CC6A}" dt="2022-02-08T19:53:50.394" v="59" actId="26606"/>
          <ac:spMkLst>
            <pc:docMk/>
            <pc:sldMk cId="3859366770" sldId="257"/>
            <ac:spMk id="2" creationId="{6CD4C77A-7A0A-7941-A1CA-5F95F3A2BFB4}"/>
          </ac:spMkLst>
        </pc:spChg>
        <pc:spChg chg="mod">
          <ac:chgData name="Kim, Jae H MAJ" userId="accc2f24-e717-4f65-a7da-a2627220c4b8" providerId="ADAL" clId="{31FD3606-0822-40B5-8CB2-B054D741CC6A}" dt="2022-02-08T19:53:50.394" v="59" actId="26606"/>
          <ac:spMkLst>
            <pc:docMk/>
            <pc:sldMk cId="3859366770" sldId="257"/>
            <ac:spMk id="3" creationId="{C2245AB1-302F-7A4B-8D2D-E7EBE77A3307}"/>
          </ac:spMkLst>
        </pc:spChg>
        <pc:spChg chg="add del">
          <ac:chgData name="Kim, Jae H MAJ" userId="accc2f24-e717-4f65-a7da-a2627220c4b8" providerId="ADAL" clId="{31FD3606-0822-40B5-8CB2-B054D741CC6A}" dt="2022-02-08T19:52:47.875" v="41" actId="26606"/>
          <ac:spMkLst>
            <pc:docMk/>
            <pc:sldMk cId="3859366770" sldId="257"/>
            <ac:spMk id="71" creationId="{605494DE-B078-4D87-BB01-C84320618DAD}"/>
          </ac:spMkLst>
        </pc:spChg>
        <pc:spChg chg="add del">
          <ac:chgData name="Kim, Jae H MAJ" userId="accc2f24-e717-4f65-a7da-a2627220c4b8" providerId="ADAL" clId="{31FD3606-0822-40B5-8CB2-B054D741CC6A}" dt="2022-02-08T19:52:47.875" v="41" actId="26606"/>
          <ac:spMkLst>
            <pc:docMk/>
            <pc:sldMk cId="3859366770" sldId="257"/>
            <ac:spMk id="73" creationId="{9A0576B0-CD8C-4661-95C8-A9F2CE7CDDB0}"/>
          </ac:spMkLst>
        </pc:spChg>
        <pc:spChg chg="add del">
          <ac:chgData name="Kim, Jae H MAJ" userId="accc2f24-e717-4f65-a7da-a2627220c4b8" providerId="ADAL" clId="{31FD3606-0822-40B5-8CB2-B054D741CC6A}" dt="2022-02-08T19:52:47.875" v="41" actId="26606"/>
          <ac:spMkLst>
            <pc:docMk/>
            <pc:sldMk cId="3859366770" sldId="257"/>
            <ac:spMk id="75" creationId="{3FF60E2B-3919-423C-B1FF-56CDE6681165}"/>
          </ac:spMkLst>
        </pc:spChg>
        <pc:spChg chg="add del">
          <ac:chgData name="Kim, Jae H MAJ" userId="accc2f24-e717-4f65-a7da-a2627220c4b8" providerId="ADAL" clId="{31FD3606-0822-40B5-8CB2-B054D741CC6A}" dt="2022-02-08T19:52:43.937" v="36" actId="26606"/>
          <ac:spMkLst>
            <pc:docMk/>
            <pc:sldMk cId="3859366770" sldId="257"/>
            <ac:spMk id="80" creationId="{0DE6A193-4755-479A-BC6F-A7EBCA73BE1A}"/>
          </ac:spMkLst>
        </pc:spChg>
        <pc:spChg chg="add del">
          <ac:chgData name="Kim, Jae H MAJ" userId="accc2f24-e717-4f65-a7da-a2627220c4b8" providerId="ADAL" clId="{31FD3606-0822-40B5-8CB2-B054D741CC6A}" dt="2022-02-08T19:52:43.937" v="36" actId="26606"/>
          <ac:spMkLst>
            <pc:docMk/>
            <pc:sldMk cId="3859366770" sldId="257"/>
            <ac:spMk id="82" creationId="{5A55B759-31A7-423C-9BC2-A8BC09FE98B9}"/>
          </ac:spMkLst>
        </pc:spChg>
        <pc:spChg chg="add del">
          <ac:chgData name="Kim, Jae H MAJ" userId="accc2f24-e717-4f65-a7da-a2627220c4b8" providerId="ADAL" clId="{31FD3606-0822-40B5-8CB2-B054D741CC6A}" dt="2022-02-08T19:52:43.937" v="36" actId="26606"/>
          <ac:spMkLst>
            <pc:docMk/>
            <pc:sldMk cId="3859366770" sldId="257"/>
            <ac:spMk id="84" creationId="{F78796AF-79A0-47AC-BEFD-BFFC00F968C4}"/>
          </ac:spMkLst>
        </pc:spChg>
        <pc:spChg chg="add del">
          <ac:chgData name="Kim, Jae H MAJ" userId="accc2f24-e717-4f65-a7da-a2627220c4b8" providerId="ADAL" clId="{31FD3606-0822-40B5-8CB2-B054D741CC6A}" dt="2022-02-08T19:52:46.281" v="38" actId="26606"/>
          <ac:spMkLst>
            <pc:docMk/>
            <pc:sldMk cId="3859366770" sldId="257"/>
            <ac:spMk id="86" creationId="{7CA0DAA6-33B8-4A25-810D-2F4D816FB40E}"/>
          </ac:spMkLst>
        </pc:spChg>
        <pc:spChg chg="add del">
          <ac:chgData name="Kim, Jae H MAJ" userId="accc2f24-e717-4f65-a7da-a2627220c4b8" providerId="ADAL" clId="{31FD3606-0822-40B5-8CB2-B054D741CC6A}" dt="2022-02-08T19:52:47.870" v="40" actId="26606"/>
          <ac:spMkLst>
            <pc:docMk/>
            <pc:sldMk cId="3859366770" sldId="257"/>
            <ac:spMk id="88" creationId="{16F9E488-0718-4E1E-9D12-26779F606252}"/>
          </ac:spMkLst>
        </pc:spChg>
        <pc:spChg chg="add del">
          <ac:chgData name="Kim, Jae H MAJ" userId="accc2f24-e717-4f65-a7da-a2627220c4b8" providerId="ADAL" clId="{31FD3606-0822-40B5-8CB2-B054D741CC6A}" dt="2022-02-08T19:52:47.870" v="40" actId="26606"/>
          <ac:spMkLst>
            <pc:docMk/>
            <pc:sldMk cId="3859366770" sldId="257"/>
            <ac:spMk id="89" creationId="{CE708407-D01D-4E57-8998-FF799DBC3788}"/>
          </ac:spMkLst>
        </pc:spChg>
        <pc:spChg chg="add del">
          <ac:chgData name="Kim, Jae H MAJ" userId="accc2f24-e717-4f65-a7da-a2627220c4b8" providerId="ADAL" clId="{31FD3606-0822-40B5-8CB2-B054D741CC6A}" dt="2022-02-08T19:53:09.820" v="45" actId="26606"/>
          <ac:spMkLst>
            <pc:docMk/>
            <pc:sldMk cId="3859366770" sldId="257"/>
            <ac:spMk id="93" creationId="{0DE6A193-4755-479A-BC6F-A7EBCA73BE1A}"/>
          </ac:spMkLst>
        </pc:spChg>
        <pc:spChg chg="add del">
          <ac:chgData name="Kim, Jae H MAJ" userId="accc2f24-e717-4f65-a7da-a2627220c4b8" providerId="ADAL" clId="{31FD3606-0822-40B5-8CB2-B054D741CC6A}" dt="2022-02-08T19:53:09.820" v="45" actId="26606"/>
          <ac:spMkLst>
            <pc:docMk/>
            <pc:sldMk cId="3859366770" sldId="257"/>
            <ac:spMk id="94" creationId="{5A55B759-31A7-423C-9BC2-A8BC09FE98B9}"/>
          </ac:spMkLst>
        </pc:spChg>
        <pc:spChg chg="add del">
          <ac:chgData name="Kim, Jae H MAJ" userId="accc2f24-e717-4f65-a7da-a2627220c4b8" providerId="ADAL" clId="{31FD3606-0822-40B5-8CB2-B054D741CC6A}" dt="2022-02-08T19:53:09.820" v="45" actId="26606"/>
          <ac:spMkLst>
            <pc:docMk/>
            <pc:sldMk cId="3859366770" sldId="257"/>
            <ac:spMk id="95" creationId="{F78796AF-79A0-47AC-BEFD-BFFC00F968C4}"/>
          </ac:spMkLst>
        </pc:spChg>
        <pc:spChg chg="add">
          <ac:chgData name="Kim, Jae H MAJ" userId="accc2f24-e717-4f65-a7da-a2627220c4b8" providerId="ADAL" clId="{31FD3606-0822-40B5-8CB2-B054D741CC6A}" dt="2022-02-08T19:53:50.394" v="59" actId="26606"/>
          <ac:spMkLst>
            <pc:docMk/>
            <pc:sldMk cId="3859366770" sldId="257"/>
            <ac:spMk id="97" creationId="{E613F699-B53E-4E9A-B7E8-4979FEF428EA}"/>
          </ac:spMkLst>
        </pc:spChg>
        <pc:spChg chg="add del">
          <ac:chgData name="Kim, Jae H MAJ" userId="accc2f24-e717-4f65-a7da-a2627220c4b8" providerId="ADAL" clId="{31FD3606-0822-40B5-8CB2-B054D741CC6A}" dt="2022-02-08T19:53:40.238" v="57" actId="26606"/>
          <ac:spMkLst>
            <pc:docMk/>
            <pc:sldMk cId="3859366770" sldId="257"/>
            <ac:spMk id="137" creationId="{0DE6A193-4755-479A-BC6F-A7EBCA73BE1A}"/>
          </ac:spMkLst>
        </pc:spChg>
        <pc:spChg chg="add del">
          <ac:chgData name="Kim, Jae H MAJ" userId="accc2f24-e717-4f65-a7da-a2627220c4b8" providerId="ADAL" clId="{31FD3606-0822-40B5-8CB2-B054D741CC6A}" dt="2022-02-08T19:53:40.238" v="57" actId="26606"/>
          <ac:spMkLst>
            <pc:docMk/>
            <pc:sldMk cId="3859366770" sldId="257"/>
            <ac:spMk id="139" creationId="{5A55B759-31A7-423C-9BC2-A8BC09FE98B9}"/>
          </ac:spMkLst>
        </pc:spChg>
        <pc:spChg chg="add del">
          <ac:chgData name="Kim, Jae H MAJ" userId="accc2f24-e717-4f65-a7da-a2627220c4b8" providerId="ADAL" clId="{31FD3606-0822-40B5-8CB2-B054D741CC6A}" dt="2022-02-08T19:53:40.238" v="57" actId="26606"/>
          <ac:spMkLst>
            <pc:docMk/>
            <pc:sldMk cId="3859366770" sldId="257"/>
            <ac:spMk id="141" creationId="{F78796AF-79A0-47AC-BEFD-BFFC00F968C4}"/>
          </ac:spMkLst>
        </pc:spChg>
        <pc:spChg chg="add del">
          <ac:chgData name="Kim, Jae H MAJ" userId="accc2f24-e717-4f65-a7da-a2627220c4b8" providerId="ADAL" clId="{31FD3606-0822-40B5-8CB2-B054D741CC6A}" dt="2022-02-08T19:53:26.490" v="48" actId="26606"/>
          <ac:spMkLst>
            <pc:docMk/>
            <pc:sldMk cId="3859366770" sldId="257"/>
            <ac:spMk id="192" creationId="{16F9E488-0718-4E1E-9D12-26779F606252}"/>
          </ac:spMkLst>
        </pc:spChg>
        <pc:spChg chg="add del">
          <ac:chgData name="Kim, Jae H MAJ" userId="accc2f24-e717-4f65-a7da-a2627220c4b8" providerId="ADAL" clId="{31FD3606-0822-40B5-8CB2-B054D741CC6A}" dt="2022-02-08T19:53:26.490" v="48" actId="26606"/>
          <ac:spMkLst>
            <pc:docMk/>
            <pc:sldMk cId="3859366770" sldId="257"/>
            <ac:spMk id="193" creationId="{CE708407-D01D-4E57-8998-FF799DBC3788}"/>
          </ac:spMkLst>
        </pc:spChg>
        <pc:spChg chg="add del">
          <ac:chgData name="Kim, Jae H MAJ" userId="accc2f24-e717-4f65-a7da-a2627220c4b8" providerId="ADAL" clId="{31FD3606-0822-40B5-8CB2-B054D741CC6A}" dt="2022-02-08T19:53:29.222" v="50" actId="26606"/>
          <ac:spMkLst>
            <pc:docMk/>
            <pc:sldMk cId="3859366770" sldId="257"/>
            <ac:spMk id="1030" creationId="{0DE6A193-4755-479A-BC6F-A7EBCA73BE1A}"/>
          </ac:spMkLst>
        </pc:spChg>
        <pc:spChg chg="add del">
          <ac:chgData name="Kim, Jae H MAJ" userId="accc2f24-e717-4f65-a7da-a2627220c4b8" providerId="ADAL" clId="{31FD3606-0822-40B5-8CB2-B054D741CC6A}" dt="2022-02-08T19:53:29.222" v="50" actId="26606"/>
          <ac:spMkLst>
            <pc:docMk/>
            <pc:sldMk cId="3859366770" sldId="257"/>
            <ac:spMk id="1031" creationId="{B2DC8709-0A70-45A9-A160-4B831CAB1A43}"/>
          </ac:spMkLst>
        </pc:spChg>
        <pc:spChg chg="add del">
          <ac:chgData name="Kim, Jae H MAJ" userId="accc2f24-e717-4f65-a7da-a2627220c4b8" providerId="ADAL" clId="{31FD3606-0822-40B5-8CB2-B054D741CC6A}" dt="2022-02-08T19:53:29.222" v="50" actId="26606"/>
          <ac:spMkLst>
            <pc:docMk/>
            <pc:sldMk cId="3859366770" sldId="257"/>
            <ac:spMk id="1032" creationId="{E613F699-B53E-4E9A-B7E8-4979FEF428EA}"/>
          </ac:spMkLst>
        </pc:spChg>
        <pc:spChg chg="add del">
          <ac:chgData name="Kim, Jae H MAJ" userId="accc2f24-e717-4f65-a7da-a2627220c4b8" providerId="ADAL" clId="{31FD3606-0822-40B5-8CB2-B054D741CC6A}" dt="2022-02-08T19:53:35.230" v="52" actId="26606"/>
          <ac:spMkLst>
            <pc:docMk/>
            <pc:sldMk cId="3859366770" sldId="257"/>
            <ac:spMk id="1034" creationId="{16F9E488-0718-4E1E-9D12-26779F606252}"/>
          </ac:spMkLst>
        </pc:spChg>
        <pc:spChg chg="add del">
          <ac:chgData name="Kim, Jae H MAJ" userId="accc2f24-e717-4f65-a7da-a2627220c4b8" providerId="ADAL" clId="{31FD3606-0822-40B5-8CB2-B054D741CC6A}" dt="2022-02-08T19:53:35.230" v="52" actId="26606"/>
          <ac:spMkLst>
            <pc:docMk/>
            <pc:sldMk cId="3859366770" sldId="257"/>
            <ac:spMk id="1035" creationId="{CE708407-D01D-4E57-8998-FF799DBC3788}"/>
          </ac:spMkLst>
        </pc:spChg>
        <pc:spChg chg="add del">
          <ac:chgData name="Kim, Jae H MAJ" userId="accc2f24-e717-4f65-a7da-a2627220c4b8" providerId="ADAL" clId="{31FD3606-0822-40B5-8CB2-B054D741CC6A}" dt="2022-02-08T19:53:35.885" v="54" actId="26606"/>
          <ac:spMkLst>
            <pc:docMk/>
            <pc:sldMk cId="3859366770" sldId="257"/>
            <ac:spMk id="1038" creationId="{0DE6A193-4755-479A-BC6F-A7EBCA73BE1A}"/>
          </ac:spMkLst>
        </pc:spChg>
        <pc:spChg chg="add del">
          <ac:chgData name="Kim, Jae H MAJ" userId="accc2f24-e717-4f65-a7da-a2627220c4b8" providerId="ADAL" clId="{31FD3606-0822-40B5-8CB2-B054D741CC6A}" dt="2022-02-08T19:53:35.885" v="54" actId="26606"/>
          <ac:spMkLst>
            <pc:docMk/>
            <pc:sldMk cId="3859366770" sldId="257"/>
            <ac:spMk id="1039" creationId="{5A55B759-31A7-423C-9BC2-A8BC09FE98B9}"/>
          </ac:spMkLst>
        </pc:spChg>
        <pc:spChg chg="add del">
          <ac:chgData name="Kim, Jae H MAJ" userId="accc2f24-e717-4f65-a7da-a2627220c4b8" providerId="ADAL" clId="{31FD3606-0822-40B5-8CB2-B054D741CC6A}" dt="2022-02-08T19:53:35.885" v="54" actId="26606"/>
          <ac:spMkLst>
            <pc:docMk/>
            <pc:sldMk cId="3859366770" sldId="257"/>
            <ac:spMk id="1040" creationId="{F78796AF-79A0-47AC-BEFD-BFFC00F968C4}"/>
          </ac:spMkLst>
        </pc:spChg>
        <pc:spChg chg="add del">
          <ac:chgData name="Kim, Jae H MAJ" userId="accc2f24-e717-4f65-a7da-a2627220c4b8" providerId="ADAL" clId="{31FD3606-0822-40B5-8CB2-B054D741CC6A}" dt="2022-02-08T19:53:40.235" v="56" actId="26606"/>
          <ac:spMkLst>
            <pc:docMk/>
            <pc:sldMk cId="3859366770" sldId="257"/>
            <ac:spMk id="1042" creationId="{16F9E488-0718-4E1E-9D12-26779F606252}"/>
          </ac:spMkLst>
        </pc:spChg>
        <pc:spChg chg="add del">
          <ac:chgData name="Kim, Jae H MAJ" userId="accc2f24-e717-4f65-a7da-a2627220c4b8" providerId="ADAL" clId="{31FD3606-0822-40B5-8CB2-B054D741CC6A}" dt="2022-02-08T19:53:40.235" v="56" actId="26606"/>
          <ac:spMkLst>
            <pc:docMk/>
            <pc:sldMk cId="3859366770" sldId="257"/>
            <ac:spMk id="1043" creationId="{CE708407-D01D-4E57-8998-FF799DBC3788}"/>
          </ac:spMkLst>
        </pc:spChg>
        <pc:spChg chg="add del">
          <ac:chgData name="Kim, Jae H MAJ" userId="accc2f24-e717-4f65-a7da-a2627220c4b8" providerId="ADAL" clId="{31FD3606-0822-40B5-8CB2-B054D741CC6A}" dt="2022-02-08T19:53:50.394" v="59" actId="26606"/>
          <ac:spMkLst>
            <pc:docMk/>
            <pc:sldMk cId="3859366770" sldId="257"/>
            <ac:spMk id="1046" creationId="{0DE6A193-4755-479A-BC6F-A7EBCA73BE1A}"/>
          </ac:spMkLst>
        </pc:spChg>
        <pc:spChg chg="add del">
          <ac:chgData name="Kim, Jae H MAJ" userId="accc2f24-e717-4f65-a7da-a2627220c4b8" providerId="ADAL" clId="{31FD3606-0822-40B5-8CB2-B054D741CC6A}" dt="2022-02-08T19:53:50.394" v="59" actId="26606"/>
          <ac:spMkLst>
            <pc:docMk/>
            <pc:sldMk cId="3859366770" sldId="257"/>
            <ac:spMk id="1047" creationId="{5A55B759-31A7-423C-9BC2-A8BC09FE98B9}"/>
          </ac:spMkLst>
        </pc:spChg>
        <pc:spChg chg="add del">
          <ac:chgData name="Kim, Jae H MAJ" userId="accc2f24-e717-4f65-a7da-a2627220c4b8" providerId="ADAL" clId="{31FD3606-0822-40B5-8CB2-B054D741CC6A}" dt="2022-02-08T19:53:50.394" v="59" actId="26606"/>
          <ac:spMkLst>
            <pc:docMk/>
            <pc:sldMk cId="3859366770" sldId="257"/>
            <ac:spMk id="1048" creationId="{F78796AF-79A0-47AC-BEFD-BFFC00F968C4}"/>
          </ac:spMkLst>
        </pc:spChg>
        <pc:spChg chg="add">
          <ac:chgData name="Kim, Jae H MAJ" userId="accc2f24-e717-4f65-a7da-a2627220c4b8" providerId="ADAL" clId="{31FD3606-0822-40B5-8CB2-B054D741CC6A}" dt="2022-02-08T19:53:50.394" v="59" actId="26606"/>
          <ac:spMkLst>
            <pc:docMk/>
            <pc:sldMk cId="3859366770" sldId="257"/>
            <ac:spMk id="1050" creationId="{0DE6A193-4755-479A-BC6F-A7EBCA73BE1A}"/>
          </ac:spMkLst>
        </pc:spChg>
        <pc:spChg chg="add">
          <ac:chgData name="Kim, Jae H MAJ" userId="accc2f24-e717-4f65-a7da-a2627220c4b8" providerId="ADAL" clId="{31FD3606-0822-40B5-8CB2-B054D741CC6A}" dt="2022-02-08T19:53:50.394" v="59" actId="26606"/>
          <ac:spMkLst>
            <pc:docMk/>
            <pc:sldMk cId="3859366770" sldId="257"/>
            <ac:spMk id="1051" creationId="{B2DC8709-0A70-45A9-A160-4B831CAB1A43}"/>
          </ac:spMkLst>
        </pc:spChg>
        <pc:grpChg chg="add del">
          <ac:chgData name="Kim, Jae H MAJ" userId="accc2f24-e717-4f65-a7da-a2627220c4b8" providerId="ADAL" clId="{31FD3606-0822-40B5-8CB2-B054D741CC6A}" dt="2022-02-08T19:52:47.870" v="40" actId="26606"/>
          <ac:grpSpMkLst>
            <pc:docMk/>
            <pc:sldMk cId="3859366770" sldId="257"/>
            <ac:grpSpMk id="90" creationId="{7F963B07-5C9E-478C-A53E-B6F5B4A78933}"/>
          </ac:grpSpMkLst>
        </pc:grpChg>
        <pc:grpChg chg="add del">
          <ac:chgData name="Kim, Jae H MAJ" userId="accc2f24-e717-4f65-a7da-a2627220c4b8" providerId="ADAL" clId="{31FD3606-0822-40B5-8CB2-B054D741CC6A}" dt="2022-02-08T19:53:26.490" v="48" actId="26606"/>
          <ac:grpSpMkLst>
            <pc:docMk/>
            <pc:sldMk cId="3859366770" sldId="257"/>
            <ac:grpSpMk id="194" creationId="{7F963B07-5C9E-478C-A53E-B6F5B4A78933}"/>
          </ac:grpSpMkLst>
        </pc:grpChg>
        <pc:grpChg chg="add del">
          <ac:chgData name="Kim, Jae H MAJ" userId="accc2f24-e717-4f65-a7da-a2627220c4b8" providerId="ADAL" clId="{31FD3606-0822-40B5-8CB2-B054D741CC6A}" dt="2022-02-08T19:53:35.230" v="52" actId="26606"/>
          <ac:grpSpMkLst>
            <pc:docMk/>
            <pc:sldMk cId="3859366770" sldId="257"/>
            <ac:grpSpMk id="1036" creationId="{7F963B07-5C9E-478C-A53E-B6F5B4A78933}"/>
          </ac:grpSpMkLst>
        </pc:grpChg>
        <pc:grpChg chg="add del">
          <ac:chgData name="Kim, Jae H MAJ" userId="accc2f24-e717-4f65-a7da-a2627220c4b8" providerId="ADAL" clId="{31FD3606-0822-40B5-8CB2-B054D741CC6A}" dt="2022-02-08T19:53:40.235" v="56" actId="26606"/>
          <ac:grpSpMkLst>
            <pc:docMk/>
            <pc:sldMk cId="3859366770" sldId="257"/>
            <ac:grpSpMk id="1044" creationId="{7F963B07-5C9E-478C-A53E-B6F5B4A78933}"/>
          </ac:grpSpMkLst>
        </pc:grpChg>
        <pc:picChg chg="add del mod ord">
          <ac:chgData name="Kim, Jae H MAJ" userId="accc2f24-e717-4f65-a7da-a2627220c4b8" providerId="ADAL" clId="{31FD3606-0822-40B5-8CB2-B054D741CC6A}" dt="2022-02-08T19:53:01.453" v="43" actId="478"/>
          <ac:picMkLst>
            <pc:docMk/>
            <pc:sldMk cId="3859366770" sldId="257"/>
            <ac:picMk id="4" creationId="{74A0C986-CA45-4EDE-ABB0-C8E2B404965C}"/>
          </ac:picMkLst>
        </pc:picChg>
        <pc:picChg chg="del">
          <ac:chgData name="Kim, Jae H MAJ" userId="accc2f24-e717-4f65-a7da-a2627220c4b8" providerId="ADAL" clId="{31FD3606-0822-40B5-8CB2-B054D741CC6A}" dt="2022-02-08T19:52:27.318" v="33" actId="478"/>
          <ac:picMkLst>
            <pc:docMk/>
            <pc:sldMk cId="3859366770" sldId="257"/>
            <ac:picMk id="1026" creationId="{8F4DED5E-81B6-4B52-96FD-DD293BFA7F13}"/>
          </ac:picMkLst>
        </pc:picChg>
        <pc:picChg chg="add mod ord">
          <ac:chgData name="Kim, Jae H MAJ" userId="accc2f24-e717-4f65-a7da-a2627220c4b8" providerId="ADAL" clId="{31FD3606-0822-40B5-8CB2-B054D741CC6A}" dt="2022-02-08T19:54:16.263" v="62" actId="1076"/>
          <ac:picMkLst>
            <pc:docMk/>
            <pc:sldMk cId="3859366770" sldId="257"/>
            <ac:picMk id="1028" creationId="{174004AB-B1E6-47F5-A9A3-EAE0F77EB805}"/>
          </ac:picMkLst>
        </pc:picChg>
      </pc:sldChg>
      <pc:sldChg chg="modSp mod">
        <pc:chgData name="Kim, Jae H MAJ" userId="accc2f24-e717-4f65-a7da-a2627220c4b8" providerId="ADAL" clId="{31FD3606-0822-40B5-8CB2-B054D741CC6A}" dt="2022-02-08T19:51:49.128" v="32" actId="20577"/>
        <pc:sldMkLst>
          <pc:docMk/>
          <pc:sldMk cId="289278416" sldId="258"/>
        </pc:sldMkLst>
        <pc:spChg chg="mod">
          <ac:chgData name="Kim, Jae H MAJ" userId="accc2f24-e717-4f65-a7da-a2627220c4b8" providerId="ADAL" clId="{31FD3606-0822-40B5-8CB2-B054D741CC6A}" dt="2022-02-08T19:51:49.128" v="32" actId="20577"/>
          <ac:spMkLst>
            <pc:docMk/>
            <pc:sldMk cId="289278416" sldId="258"/>
            <ac:spMk id="7" creationId="{55661805-6A49-403C-979A-6A19F94C7216}"/>
          </ac:spMkLst>
        </pc:spChg>
      </pc:sldChg>
      <pc:sldChg chg="modSp mod">
        <pc:chgData name="Kim, Jae H MAJ" userId="accc2f24-e717-4f65-a7da-a2627220c4b8" providerId="ADAL" clId="{31FD3606-0822-40B5-8CB2-B054D741CC6A}" dt="2022-02-08T19:51:12.276" v="19"/>
        <pc:sldMkLst>
          <pc:docMk/>
          <pc:sldMk cId="2891860099" sldId="259"/>
        </pc:sldMkLst>
        <pc:spChg chg="mod">
          <ac:chgData name="Kim, Jae H MAJ" userId="accc2f24-e717-4f65-a7da-a2627220c4b8" providerId="ADAL" clId="{31FD3606-0822-40B5-8CB2-B054D741CC6A}" dt="2022-02-08T19:51:12.276" v="19"/>
          <ac:spMkLst>
            <pc:docMk/>
            <pc:sldMk cId="2891860099" sldId="259"/>
            <ac:spMk id="7" creationId="{55661805-6A49-403C-979A-6A19F94C721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0FDDAD-99D8-482D-8027-83224C6EE839}" type="datetimeFigureOut">
              <a:rPr lang="en-US" smtClean="0"/>
              <a:t>2/27/2022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F9F6E0-A6CA-4BC8-9801-879F269EB0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676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B4150A-0754-5F4D-8173-14A5C826EF43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4349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B4150A-0754-5F4D-8173-14A5C826EF4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228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B4150A-0754-5F4D-8173-14A5C826EF4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704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CB25E-B450-4B47-9086-D1A58897C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36A98-CAED-7B42-83A1-C36BAC8C7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31632-3BF5-A74D-9A9B-328EB365A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90CDB-9F90-AC46-8630-40CB7CA43A76}" type="datetimeFigureOut">
              <a:rPr lang="en-US" smtClean="0"/>
              <a:t>2/27/2022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2FA1BC-FCF3-D04D-8D92-5D0464952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46967-DDD4-2146-8B28-60DEE72FB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4C9D7-ABF0-8347-BFC1-F8F606D381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1765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C6466-A19E-244E-865E-76E8EF06DB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625A97-5D57-364D-A6C1-D1E050789E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6F4050-11DD-7646-9061-7597D0755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90CDB-9F90-AC46-8630-40CB7CA43A76}" type="datetimeFigureOut">
              <a:rPr lang="en-US" smtClean="0"/>
              <a:t>2/27/2022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37A4FB-5425-764F-A32D-1C8EE773A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ECC0E-7DF7-814E-958D-254B9DDE9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4C9D7-ABF0-8347-BFC1-F8F606D381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709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C17FDA-6A06-F148-A178-D9331A562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A8488-B2EA-424F-94FE-D7196CB0C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65AFB-9AC3-1A40-A583-C1C2E7284E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</a:defRPr>
            </a:lvl1pPr>
          </a:lstStyle>
          <a:p>
            <a:fld id="{16590CDB-9F90-AC46-8630-40CB7CA43A76}" type="datetimeFigureOut">
              <a:rPr lang="en-US" smtClean="0"/>
              <a:pPr/>
              <a:t>2/27/2022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B1111-5A48-6F49-A2C6-C07FFB655B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65380-A4BB-4D49-9E70-B837F19015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</a:defRPr>
            </a:lvl1pPr>
          </a:lstStyle>
          <a:p>
            <a:fld id="{2C84C9D7-ABF0-8347-BFC1-F8F606D3812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841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49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Roboto" panose="02000000000000000000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oboto" panose="02000000000000000000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oboto" panose="02000000000000000000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oboto" panose="02000000000000000000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oboto" panose="02000000000000000000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oboto" panose="02000000000000000000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Rectangle 92">
            <a:extLst>
              <a:ext uri="{FF2B5EF4-FFF2-40B4-BE49-F238E27FC236}">
                <a16:creationId xmlns:a16="http://schemas.microsoft.com/office/drawing/2014/main" id="{0DE6A193-4755-479A-BC6F-A7EBCA73B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tibble data format: tbl_df">
            <a:extLst>
              <a:ext uri="{FF2B5EF4-FFF2-40B4-BE49-F238E27FC236}">
                <a16:creationId xmlns:a16="http://schemas.microsoft.com/office/drawing/2014/main" id="{174004AB-B1E6-47F5-A9A3-EAE0F77EB8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39417" y="1212095"/>
            <a:ext cx="5852583" cy="4433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1" name="Freeform: Shape 94">
            <a:extLst>
              <a:ext uri="{FF2B5EF4-FFF2-40B4-BE49-F238E27FC236}">
                <a16:creationId xmlns:a16="http://schemas.microsoft.com/office/drawing/2014/main" id="{B2DC8709-0A70-45A9-A160-4B831CAB1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78"/>
            <a:ext cx="6820929" cy="6858478"/>
          </a:xfrm>
          <a:custGeom>
            <a:avLst/>
            <a:gdLst>
              <a:gd name="connsiteX0" fmla="*/ 0 w 6754318"/>
              <a:gd name="connsiteY0" fmla="*/ 6858478 h 6858478"/>
              <a:gd name="connsiteX1" fmla="*/ 6754318 w 6754318"/>
              <a:gd name="connsiteY1" fmla="*/ 6858478 h 6858478"/>
              <a:gd name="connsiteX2" fmla="*/ 3577943 w 6754318"/>
              <a:gd name="connsiteY2" fmla="*/ 0 h 6858478"/>
              <a:gd name="connsiteX3" fmla="*/ 3572366 w 6754318"/>
              <a:gd name="connsiteY3" fmla="*/ 0 h 6858478"/>
              <a:gd name="connsiteX4" fmla="*/ 2506138 w 6754318"/>
              <a:gd name="connsiteY4" fmla="*/ 0 h 6858478"/>
              <a:gd name="connsiteX5" fmla="*/ 0 w 6754318"/>
              <a:gd name="connsiteY5" fmla="*/ 0 h 68584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54318" h="6858478">
                <a:moveTo>
                  <a:pt x="0" y="6858478"/>
                </a:moveTo>
                <a:lnTo>
                  <a:pt x="6754318" y="6858478"/>
                </a:lnTo>
                <a:lnTo>
                  <a:pt x="3577943" y="0"/>
                </a:lnTo>
                <a:lnTo>
                  <a:pt x="3572366" y="0"/>
                </a:lnTo>
                <a:lnTo>
                  <a:pt x="2506138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  <a:lumOff val="1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E613F699-B53E-4E9A-B7E8-4979FEF428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78"/>
            <a:ext cx="6012496" cy="6858478"/>
          </a:xfrm>
          <a:custGeom>
            <a:avLst/>
            <a:gdLst>
              <a:gd name="connsiteX0" fmla="*/ 0 w 5953780"/>
              <a:gd name="connsiteY0" fmla="*/ 6858478 h 6858478"/>
              <a:gd name="connsiteX1" fmla="*/ 5953780 w 5953780"/>
              <a:gd name="connsiteY1" fmla="*/ 6858478 h 6858478"/>
              <a:gd name="connsiteX2" fmla="*/ 2777405 w 5953780"/>
              <a:gd name="connsiteY2" fmla="*/ 0 h 6858478"/>
              <a:gd name="connsiteX3" fmla="*/ 2771828 w 5953780"/>
              <a:gd name="connsiteY3" fmla="*/ 0 h 6858478"/>
              <a:gd name="connsiteX4" fmla="*/ 1705600 w 5953780"/>
              <a:gd name="connsiteY4" fmla="*/ 0 h 6858478"/>
              <a:gd name="connsiteX5" fmla="*/ 0 w 5953780"/>
              <a:gd name="connsiteY5" fmla="*/ 0 h 68584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53780" h="6858478">
                <a:moveTo>
                  <a:pt x="0" y="6858478"/>
                </a:moveTo>
                <a:lnTo>
                  <a:pt x="5953780" y="6858478"/>
                </a:lnTo>
                <a:lnTo>
                  <a:pt x="2777405" y="0"/>
                </a:lnTo>
                <a:lnTo>
                  <a:pt x="2771828" y="0"/>
                </a:lnTo>
                <a:lnTo>
                  <a:pt x="1705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4C77A-7A0A-7941-A1CA-5F95F3A2BF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4672" y="4041648"/>
            <a:ext cx="3877056" cy="2176272"/>
          </a:xfrm>
        </p:spPr>
        <p:txBody>
          <a:bodyPr anchor="t">
            <a:normAutofit/>
          </a:bodyPr>
          <a:lstStyle/>
          <a:p>
            <a:pPr algn="l"/>
            <a:r>
              <a:rPr lang="en-US" sz="5000">
                <a:latin typeface="Roboto" panose="02000000000000000000" pitchFamily="2" charset="0"/>
                <a:ea typeface="Roboto" panose="02000000000000000000" pitchFamily="2" charset="0"/>
              </a:rPr>
              <a:t>Lesson 18: </a:t>
            </a:r>
            <a:r>
              <a:rPr lang="en-US" sz="5000"/>
              <a:t>Cleaning data</a:t>
            </a:r>
            <a:endParaRPr lang="en-US" sz="500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245AB1-302F-7A4B-8D2D-E7EBE77A33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4672" y="2752344"/>
            <a:ext cx="3209544" cy="1155525"/>
          </a:xfrm>
        </p:spPr>
        <p:txBody>
          <a:bodyPr anchor="b">
            <a:normAutofit/>
          </a:bodyPr>
          <a:lstStyle/>
          <a:p>
            <a:pPr algn="l"/>
            <a:r>
              <a:rPr lang="en-US" sz="1700">
                <a:latin typeface="Roboto" panose="02000000000000000000" pitchFamily="2" charset="0"/>
                <a:ea typeface="Roboto" panose="02000000000000000000" pitchFamily="2" charset="0"/>
              </a:rPr>
              <a:t>SE370 – Computer-Aided Systems Engineering</a:t>
            </a:r>
          </a:p>
          <a:p>
            <a:pPr algn="l"/>
            <a:r>
              <a:rPr lang="en-US" sz="1700">
                <a:latin typeface="Roboto" panose="02000000000000000000" pitchFamily="2" charset="0"/>
                <a:ea typeface="Roboto" panose="02000000000000000000" pitchFamily="2" charset="0"/>
              </a:rPr>
              <a:t>MAJ Jae Kim DSE- Instructor</a:t>
            </a:r>
          </a:p>
        </p:txBody>
      </p:sp>
    </p:spTree>
    <p:extLst>
      <p:ext uri="{BB962C8B-B14F-4D97-AF65-F5344CB8AC3E}">
        <p14:creationId xmlns:p14="http://schemas.microsoft.com/office/powerpoint/2010/main" val="38593667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5C283-6C3C-394B-90E4-5599ADAE3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920"/>
            <a:ext cx="10839148" cy="757997"/>
          </a:xfrm>
        </p:spPr>
        <p:txBody>
          <a:bodyPr>
            <a:noAutofit/>
          </a:bodyPr>
          <a:lstStyle/>
          <a:p>
            <a:r>
              <a:rPr lang="en-US" sz="4000" dirty="0">
                <a:ea typeface="Roboto" panose="02000000000000000000" pitchFamily="2" charset="0"/>
              </a:rPr>
              <a:t>Today</a:t>
            </a:r>
            <a:endParaRPr lang="en-US" sz="4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B9DE9EE-4AD7-EE4A-8673-FE8227DA60CC}"/>
              </a:ext>
            </a:extLst>
          </p:cNvPr>
          <p:cNvCxnSpPr>
            <a:cxnSpLocks/>
          </p:cNvCxnSpPr>
          <p:nvPr/>
        </p:nvCxnSpPr>
        <p:spPr>
          <a:xfrm>
            <a:off x="0" y="894521"/>
            <a:ext cx="1219200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Slide Number Placeholder 3">
            <a:extLst>
              <a:ext uri="{FF2B5EF4-FFF2-40B4-BE49-F238E27FC236}">
                <a16:creationId xmlns:a16="http://schemas.microsoft.com/office/drawing/2014/main" id="{BC085D7F-118E-3D41-B29C-B9E54160E1D7}"/>
              </a:ext>
            </a:extLst>
          </p:cNvPr>
          <p:cNvSpPr txBox="1">
            <a:spLocks/>
          </p:cNvSpPr>
          <p:nvPr/>
        </p:nvSpPr>
        <p:spPr>
          <a:xfrm>
            <a:off x="11765400" y="6552757"/>
            <a:ext cx="497149" cy="2175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D303DFBE-5AC5-42D1-BF1B-1202ABDA6B88}" type="slidenum">
              <a:rPr lang="en-US" smtClean="0">
                <a:latin typeface="Roboto" panose="02000000000000000000" pitchFamily="2" charset="0"/>
                <a:ea typeface="Roboto" panose="02000000000000000000" pitchFamily="2" charset="0"/>
              </a:rPr>
              <a:pPr>
                <a:defRPr/>
              </a:pPr>
              <a:t>2</a:t>
            </a:fld>
            <a:endParaRPr lang="en-US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9030A6D5-2C7B-4142-9301-CBE7FB88AA9A}"/>
              </a:ext>
            </a:extLst>
          </p:cNvPr>
          <p:cNvSpPr txBox="1">
            <a:spLocks/>
          </p:cNvSpPr>
          <p:nvPr/>
        </p:nvSpPr>
        <p:spPr>
          <a:xfrm>
            <a:off x="430801" y="959248"/>
            <a:ext cx="11246547" cy="5451492"/>
          </a:xfrm>
          <a:prstGeom prst="rect">
            <a:avLst/>
          </a:prstGeom>
        </p:spPr>
        <p:txBody>
          <a:bodyPr>
            <a:noAutofit/>
          </a:bodyPr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7213" indent="-214313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100">
                <a:solidFill>
                  <a:schemeClr val="tx1"/>
                </a:solidFill>
                <a:latin typeface="+mn-lt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500">
                <a:solidFill>
                  <a:schemeClr val="tx1"/>
                </a:solidFill>
                <a:latin typeface="+mn-lt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+mn-lt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+mn-lt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+mn-lt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+mn-lt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+mn-lt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661805-6A49-403C-979A-6A19F94C7216}"/>
              </a:ext>
            </a:extLst>
          </p:cNvPr>
          <p:cNvSpPr txBox="1"/>
          <p:nvPr/>
        </p:nvSpPr>
        <p:spPr>
          <a:xfrm>
            <a:off x="697832" y="1327772"/>
            <a:ext cx="10074442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endParaRPr lang="en-US" sz="3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Lesson 18: Cleaning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 dirty="0"/>
              <a:t>1. Clean, manipulate, and create data frames using </a:t>
            </a:r>
            <a:r>
              <a:rPr lang="en-US" sz="3200" dirty="0" err="1"/>
              <a:t>tidyr</a:t>
            </a:r>
            <a:endParaRPr lang="en-US" sz="3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 dirty="0"/>
              <a:t>2. Know the difference between a </a:t>
            </a:r>
            <a:r>
              <a:rPr lang="en-US" sz="3200" dirty="0" err="1"/>
              <a:t>tibble</a:t>
            </a:r>
            <a:r>
              <a:rPr lang="en-US" sz="3200" dirty="0"/>
              <a:t> and a data frame.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 dirty="0"/>
              <a:t>3. Understand and apply </a:t>
            </a:r>
            <a:r>
              <a:rPr lang="en-US" sz="3200" dirty="0" err="1"/>
              <a:t>pivot.longer</a:t>
            </a:r>
            <a:r>
              <a:rPr lang="en-US" sz="3200" dirty="0"/>
              <a:t>(), </a:t>
            </a:r>
            <a:r>
              <a:rPr lang="en-US" sz="3200" dirty="0" err="1"/>
              <a:t>pivot.longer</a:t>
            </a:r>
            <a:r>
              <a:rPr lang="en-US" sz="3200" dirty="0"/>
              <a:t>(), separate(), and unite() to create the tidy format</a:t>
            </a:r>
          </a:p>
          <a:p>
            <a:endParaRPr lang="en-US" sz="3200" dirty="0"/>
          </a:p>
          <a:p>
            <a:pPr marL="0" indent="0">
              <a:buNone/>
            </a:pPr>
            <a:endParaRPr lang="en-US" sz="2800" dirty="0"/>
          </a:p>
          <a:p>
            <a:pPr marL="585788" lvl="1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9278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5C283-6C3C-394B-90E4-5599ADAE3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920"/>
            <a:ext cx="10839148" cy="757997"/>
          </a:xfrm>
        </p:spPr>
        <p:txBody>
          <a:bodyPr>
            <a:noAutofit/>
          </a:bodyPr>
          <a:lstStyle/>
          <a:p>
            <a:r>
              <a:rPr lang="en-US" sz="4000" dirty="0">
                <a:ea typeface="Roboto" panose="02000000000000000000" pitchFamily="2" charset="0"/>
              </a:rPr>
              <a:t>Next Time</a:t>
            </a:r>
            <a:endParaRPr lang="en-US" sz="4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B9DE9EE-4AD7-EE4A-8673-FE8227DA60CC}"/>
              </a:ext>
            </a:extLst>
          </p:cNvPr>
          <p:cNvCxnSpPr>
            <a:cxnSpLocks/>
          </p:cNvCxnSpPr>
          <p:nvPr/>
        </p:nvCxnSpPr>
        <p:spPr>
          <a:xfrm>
            <a:off x="0" y="894521"/>
            <a:ext cx="1219200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Slide Number Placeholder 3">
            <a:extLst>
              <a:ext uri="{FF2B5EF4-FFF2-40B4-BE49-F238E27FC236}">
                <a16:creationId xmlns:a16="http://schemas.microsoft.com/office/drawing/2014/main" id="{BC085D7F-118E-3D41-B29C-B9E54160E1D7}"/>
              </a:ext>
            </a:extLst>
          </p:cNvPr>
          <p:cNvSpPr txBox="1">
            <a:spLocks/>
          </p:cNvSpPr>
          <p:nvPr/>
        </p:nvSpPr>
        <p:spPr>
          <a:xfrm>
            <a:off x="11765400" y="6552757"/>
            <a:ext cx="497149" cy="2175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D303DFBE-5AC5-42D1-BF1B-1202ABDA6B88}" type="slidenum">
              <a:rPr lang="en-US" smtClean="0">
                <a:latin typeface="Roboto" panose="02000000000000000000" pitchFamily="2" charset="0"/>
                <a:ea typeface="Roboto" panose="02000000000000000000" pitchFamily="2" charset="0"/>
              </a:rPr>
              <a:pPr>
                <a:defRPr/>
              </a:pPr>
              <a:t>3</a:t>
            </a:fld>
            <a:endParaRPr lang="en-US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9030A6D5-2C7B-4142-9301-CBE7FB88AA9A}"/>
              </a:ext>
            </a:extLst>
          </p:cNvPr>
          <p:cNvSpPr txBox="1">
            <a:spLocks/>
          </p:cNvSpPr>
          <p:nvPr/>
        </p:nvSpPr>
        <p:spPr>
          <a:xfrm>
            <a:off x="430801" y="959248"/>
            <a:ext cx="11246547" cy="5451492"/>
          </a:xfrm>
          <a:prstGeom prst="rect">
            <a:avLst/>
          </a:prstGeom>
        </p:spPr>
        <p:txBody>
          <a:bodyPr>
            <a:noAutofit/>
          </a:bodyPr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7213" indent="-214313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100">
                <a:solidFill>
                  <a:schemeClr val="tx1"/>
                </a:solidFill>
                <a:latin typeface="+mn-lt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500">
                <a:solidFill>
                  <a:schemeClr val="tx1"/>
                </a:solidFill>
                <a:latin typeface="+mn-lt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+mn-lt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+mn-lt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+mn-lt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+mn-lt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+mn-lt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661805-6A49-403C-979A-6A19F94C7216}"/>
              </a:ext>
            </a:extLst>
          </p:cNvPr>
          <p:cNvSpPr txBox="1"/>
          <p:nvPr/>
        </p:nvSpPr>
        <p:spPr>
          <a:xfrm>
            <a:off x="697832" y="1327772"/>
            <a:ext cx="10074442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endParaRPr lang="en-US" sz="3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Lesson 19: </a:t>
            </a:r>
            <a:r>
              <a:rPr lang="en-US" sz="3600" dirty="0" err="1"/>
              <a:t>dplyr</a:t>
            </a:r>
            <a:endParaRPr lang="en-US" sz="3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 dirty="0"/>
              <a:t>1. Transform data using the </a:t>
            </a:r>
            <a:r>
              <a:rPr lang="en-US" sz="3200" dirty="0" err="1"/>
              <a:t>dplyr</a:t>
            </a:r>
            <a:r>
              <a:rPr lang="en-US" sz="3200" dirty="0"/>
              <a:t> package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 dirty="0"/>
              <a:t>2. Understand and apply six basic </a:t>
            </a:r>
            <a:r>
              <a:rPr lang="en-US" sz="3200" dirty="0" err="1"/>
              <a:t>dplyr</a:t>
            </a:r>
            <a:r>
              <a:rPr lang="en-US" sz="3200" dirty="0"/>
              <a:t> functions to manipulate data (filter/arrange/select/mutate/summarize/grouping)</a:t>
            </a:r>
          </a:p>
          <a:p>
            <a:pPr marL="0" indent="0">
              <a:buNone/>
            </a:pPr>
            <a:endParaRPr lang="en-US" sz="2800" dirty="0"/>
          </a:p>
          <a:p>
            <a:pPr marL="585788" lvl="1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918600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113</Words>
  <Application>Microsoft Office PowerPoint</Application>
  <PresentationFormat>Widescreen</PresentationFormat>
  <Paragraphs>20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Roboto</vt:lpstr>
      <vt:lpstr>Office Theme</vt:lpstr>
      <vt:lpstr>Lesson 18: Cleaning data</vt:lpstr>
      <vt:lpstr>Today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12: Control Structures II</dc:title>
  <dc:creator>MacGibbon, James E CPT</dc:creator>
  <cp:lastModifiedBy>Kim, Jae H MAJ</cp:lastModifiedBy>
  <cp:revision>3</cp:revision>
  <dcterms:created xsi:type="dcterms:W3CDTF">2022-02-03T16:03:15Z</dcterms:created>
  <dcterms:modified xsi:type="dcterms:W3CDTF">2022-02-28T02:03:12Z</dcterms:modified>
</cp:coreProperties>
</file>