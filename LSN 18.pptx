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D3606-0822-40B5-8CB2-B054D741CC6A}" v="10" dt="2022-02-08T19:54:16.264"/>
    <p1510:client id="{4598748E-D2C3-4E79-93F6-42D4A5E28473}" v="1" dt="2022-02-08T19:46:47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72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Jae H MAJ" userId="accc2f24-e717-4f65-a7da-a2627220c4b8" providerId="ADAL" clId="{31FD3606-0822-40B5-8CB2-B054D741CC6A}"/>
    <pc:docChg chg="undo custSel modSld">
      <pc:chgData name="Kim, Jae H MAJ" userId="accc2f24-e717-4f65-a7da-a2627220c4b8" providerId="ADAL" clId="{31FD3606-0822-40B5-8CB2-B054D741CC6A}" dt="2022-02-08T19:54:16.263" v="62" actId="1076"/>
      <pc:docMkLst>
        <pc:docMk/>
      </pc:docMkLst>
      <pc:sldChg chg="addSp delSp modSp mod setClrOvrMap">
        <pc:chgData name="Kim, Jae H MAJ" userId="accc2f24-e717-4f65-a7da-a2627220c4b8" providerId="ADAL" clId="{31FD3606-0822-40B5-8CB2-B054D741CC6A}" dt="2022-02-08T19:54:16.263" v="62" actId="1076"/>
        <pc:sldMkLst>
          <pc:docMk/>
          <pc:sldMk cId="3859366770" sldId="257"/>
        </pc:sldMkLst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1" creationId="{605494DE-B078-4D87-BB01-C84320618DAD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3" creationId="{9A0576B0-CD8C-4661-95C8-A9F2CE7CDDB0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5" creationId="{3FF60E2B-3919-423C-B1FF-56CDE6681165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2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4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2:46.281" v="38" actId="26606"/>
          <ac:spMkLst>
            <pc:docMk/>
            <pc:sldMk cId="3859366770" sldId="257"/>
            <ac:spMk id="86" creationId="{7CA0DAA6-33B8-4A25-810D-2F4D816FB40E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8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9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3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4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5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7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41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1" creationId="{B2DC8709-0A70-45A9-A160-4B831CAB1A43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2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4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5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8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40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6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7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8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0" creationId="{0DE6A193-4755-479A-BC6F-A7EBCA73BE1A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1" creationId="{B2DC8709-0A70-45A9-A160-4B831CAB1A43}"/>
          </ac:spMkLst>
        </pc:spChg>
        <pc:grpChg chg="add del">
          <ac:chgData name="Kim, Jae H MAJ" userId="accc2f24-e717-4f65-a7da-a2627220c4b8" providerId="ADAL" clId="{31FD3606-0822-40B5-8CB2-B054D741CC6A}" dt="2022-02-08T19:52:47.870" v="40" actId="26606"/>
          <ac:grpSpMkLst>
            <pc:docMk/>
            <pc:sldMk cId="3859366770" sldId="257"/>
            <ac:grpSpMk id="90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26.490" v="48" actId="26606"/>
          <ac:grpSpMkLst>
            <pc:docMk/>
            <pc:sldMk cId="3859366770" sldId="257"/>
            <ac:grpSpMk id="194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35.230" v="52" actId="26606"/>
          <ac:grpSpMkLst>
            <pc:docMk/>
            <pc:sldMk cId="3859366770" sldId="257"/>
            <ac:grpSpMk id="1036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40.235" v="56" actId="26606"/>
          <ac:grpSpMkLst>
            <pc:docMk/>
            <pc:sldMk cId="3859366770" sldId="257"/>
            <ac:grpSpMk id="1044" creationId="{7F963B07-5C9E-478C-A53E-B6F5B4A78933}"/>
          </ac:grpSpMkLst>
        </pc:grpChg>
        <pc:picChg chg="add del mod ord">
          <ac:chgData name="Kim, Jae H MAJ" userId="accc2f24-e717-4f65-a7da-a2627220c4b8" providerId="ADAL" clId="{31FD3606-0822-40B5-8CB2-B054D741CC6A}" dt="2022-02-08T19:53:01.453" v="43" actId="478"/>
          <ac:picMkLst>
            <pc:docMk/>
            <pc:sldMk cId="3859366770" sldId="257"/>
            <ac:picMk id="4" creationId="{74A0C986-CA45-4EDE-ABB0-C8E2B404965C}"/>
          </ac:picMkLst>
        </pc:picChg>
        <pc:picChg chg="del">
          <ac:chgData name="Kim, Jae H MAJ" userId="accc2f24-e717-4f65-a7da-a2627220c4b8" providerId="ADAL" clId="{31FD3606-0822-40B5-8CB2-B054D741CC6A}" dt="2022-02-08T19:52:27.318" v="33" actId="478"/>
          <ac:picMkLst>
            <pc:docMk/>
            <pc:sldMk cId="3859366770" sldId="257"/>
            <ac:picMk id="1026" creationId="{8F4DED5E-81B6-4B52-96FD-DD293BFA7F13}"/>
          </ac:picMkLst>
        </pc:picChg>
        <pc:picChg chg="add mod ord">
          <ac:chgData name="Kim, Jae H MAJ" userId="accc2f24-e717-4f65-a7da-a2627220c4b8" providerId="ADAL" clId="{31FD3606-0822-40B5-8CB2-B054D741CC6A}" dt="2022-02-08T19:54:16.263" v="62" actId="1076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31FD3606-0822-40B5-8CB2-B054D741CC6A}" dt="2022-02-08T19:51:49.128" v="32" actId="20577"/>
        <pc:sldMkLst>
          <pc:docMk/>
          <pc:sldMk cId="289278416" sldId="258"/>
        </pc:sldMkLst>
        <pc:spChg chg="mod">
          <ac:chgData name="Kim, Jae H MAJ" userId="accc2f24-e717-4f65-a7da-a2627220c4b8" providerId="ADAL" clId="{31FD3606-0822-40B5-8CB2-B054D741CC6A}" dt="2022-02-08T19:51:49.128" v="32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31FD3606-0822-40B5-8CB2-B054D741CC6A}" dt="2022-02-08T19:51:12.276" v="19"/>
        <pc:sldMkLst>
          <pc:docMk/>
          <pc:sldMk cId="2891860099" sldId="259"/>
        </pc:sldMkLst>
        <pc:spChg chg="mod">
          <ac:chgData name="Kim, Jae H MAJ" userId="accc2f24-e717-4f65-a7da-a2627220c4b8" providerId="ADAL" clId="{31FD3606-0822-40B5-8CB2-B054D741CC6A}" dt="2022-02-08T19:51:12.276" v="19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92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tibble data format: tbl_df">
            <a:extLst>
              <a:ext uri="{FF2B5EF4-FFF2-40B4-BE49-F238E27FC236}">
                <a16:creationId xmlns:a16="http://schemas.microsoft.com/office/drawing/2014/main" id="{174004AB-B1E6-47F5-A9A3-EAE0F77EB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417" y="1212095"/>
            <a:ext cx="5852583" cy="443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Freeform: Shape 94">
            <a:extLst>
              <a:ext uri="{FF2B5EF4-FFF2-40B4-BE49-F238E27FC236}">
                <a16:creationId xmlns:a16="http://schemas.microsoft.com/office/drawing/2014/main" id="{B2DC8709-0A70-45A9-A160-4B831CAB1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820929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613F699-B53E-4E9A-B7E8-4979FEF42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012496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041648"/>
            <a:ext cx="3877056" cy="2176272"/>
          </a:xfrm>
        </p:spPr>
        <p:txBody>
          <a:bodyPr anchor="t">
            <a:normAutofit/>
          </a:bodyPr>
          <a:lstStyle/>
          <a:p>
            <a:pPr algn="l"/>
            <a:r>
              <a:rPr lang="en-US" sz="5000">
                <a:latin typeface="Roboto" panose="02000000000000000000" pitchFamily="2" charset="0"/>
                <a:ea typeface="Roboto" panose="02000000000000000000" pitchFamily="2" charset="0"/>
              </a:rPr>
              <a:t>Lesson 18: </a:t>
            </a:r>
            <a:r>
              <a:rPr lang="en-US" sz="5000"/>
              <a:t>Cleaning data</a:t>
            </a:r>
            <a:endParaRPr lang="en-US" sz="50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752344"/>
            <a:ext cx="3209544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1700"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18: Cleaning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Clean, manipulate, and create data frames using </a:t>
            </a:r>
            <a:r>
              <a:rPr lang="en-US" sz="3200" dirty="0" err="1"/>
              <a:t>tidyr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Know the difference between a </a:t>
            </a:r>
            <a:r>
              <a:rPr lang="en-US" sz="3200" dirty="0" err="1"/>
              <a:t>tibble</a:t>
            </a:r>
            <a:r>
              <a:rPr lang="en-US" sz="3200" dirty="0"/>
              <a:t> and a data frame.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Understand and apply gather(), spread(), separate(), and unite() to create the tidy format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19: </a:t>
            </a:r>
            <a:r>
              <a:rPr lang="en-US" sz="3600" dirty="0" err="1"/>
              <a:t>dplyr</a:t>
            </a: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Transform data using the </a:t>
            </a:r>
            <a:r>
              <a:rPr lang="en-US" sz="3200" dirty="0" err="1"/>
              <a:t>dplyr</a:t>
            </a:r>
            <a:r>
              <a:rPr lang="en-US" sz="3200" dirty="0"/>
              <a:t> package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Understand and apply six basic </a:t>
            </a:r>
            <a:r>
              <a:rPr lang="en-US" sz="3200" dirty="0" err="1"/>
              <a:t>dplyr</a:t>
            </a:r>
            <a:r>
              <a:rPr lang="en-US" sz="3200" dirty="0"/>
              <a:t> functions to manipulate data (filter/arrange/select/mutate/summarize/grouping)</a:t>
            </a:r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109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18: Cleaning data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2</cp:revision>
  <dcterms:created xsi:type="dcterms:W3CDTF">2022-02-03T16:03:15Z</dcterms:created>
  <dcterms:modified xsi:type="dcterms:W3CDTF">2022-02-08T19:54:42Z</dcterms:modified>
</cp:coreProperties>
</file>